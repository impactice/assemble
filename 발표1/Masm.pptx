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87" r:id="rId5"/>
    <p:sldId id="257" r:id="rId6"/>
    <p:sldId id="258" r:id="rId7"/>
    <p:sldId id="259" r:id="rId8"/>
    <p:sldId id="288" r:id="rId9"/>
    <p:sldId id="260" r:id="rId10"/>
    <p:sldId id="261" r:id="rId11"/>
    <p:sldId id="262" r:id="rId12"/>
    <p:sldId id="263" r:id="rId13"/>
    <p:sldId id="264" r:id="rId14"/>
    <p:sldId id="289" r:id="rId15"/>
    <p:sldId id="265" r:id="rId16"/>
    <p:sldId id="266" r:id="rId17"/>
    <p:sldId id="267" r:id="rId18"/>
    <p:sldId id="268" r:id="rId19"/>
    <p:sldId id="269" r:id="rId20"/>
    <p:sldId id="290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4C686-BD79-40A0-A74A-1A15F39A6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DE6599-6B3B-4AB3-9F4F-A39E73881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EA9EC-887A-4337-A28F-5E956C87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20644B-833C-4359-A26C-5AFD8F1C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813F08-A6D9-4144-85E6-C4F5CF19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00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2C7A0-F349-49CE-8651-39DA12F5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64A9B-30D3-4BCC-8B4E-9BDB5B202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82A7B2-AA04-467C-BD4F-148AB08C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F1D4B2-C9E4-4A3A-AD21-008904CE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905AD-152B-4A89-9D99-DDB7B59B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36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5EC95-53B2-46EC-8479-4F7CF5D7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1EC539-4B6F-407D-86D0-97FBF558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658E-707D-484C-B3A8-C6661047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49546-4235-4680-B1C0-8B1558B7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1481F-D304-4960-8D07-33BA74B7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98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40EBF-7267-4217-A718-F0190068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BD6A2-E217-4A1B-A4A7-F6CD754759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3DDF05-647A-4644-8017-33CA32E66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976EC4-8BC3-420D-B115-9077AFBE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0E405D-9737-4952-BEA9-E7451457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E3884F-BE7E-48EC-B927-DABE90D9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00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90109-F2F3-4C18-A8E6-14935B1C6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AE5D6D-874D-4C7E-87C1-159D6B65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F48F7F-C9F1-448C-8BF3-4377FE4F3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4C152C-6C86-496B-B44C-415D3E07E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00BB96-D288-4E2F-9AD9-E4029F6B7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917000-5532-4BD3-A74C-E1DBAFD9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1C8426-9B46-428F-901C-9D46957F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F181F5-A64A-4CD3-8F93-FCAAD572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31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99C9C-6743-4248-BCDD-6C1279A0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5EC95E-95D7-444D-A73E-46607293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8537E3-9D83-4465-A2CA-56D6B2DA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A598F9-FD74-44AF-AAA4-A30895209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74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7B3FFC-B8FD-4A28-9F16-38DB55CB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8DF8F6-0659-43C7-92C9-15658505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4F832-D347-434F-ADAC-1B7B7EEC6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79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84CE1-83C5-489E-91F0-01EEF17E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DAECB9-436D-4464-BD1B-6DDD657B1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3807BD-EC20-456C-9D54-555A86B3E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372772-9C18-499E-8CA8-CBA17ED3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3485A3-12C6-4E9F-878E-805FCF8B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EBBBD-9DCF-4F6D-A7FE-3E23E171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02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B4A9C-18B6-47D8-B0B7-8125A87B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ECCE19-5766-46CA-BD0D-286B53741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2C4EC-FA9A-4F38-B75E-1C2A78BC3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016C96-C4C7-4B62-9743-738BFDCA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4FD1BD-B684-4757-9C79-ED80AE55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917582-0B94-4DC0-8709-2360CF6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53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84986-45C2-42D2-8226-C63172B9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C37776-B123-42AA-BE4B-7147A188D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24141D-BCF0-4020-B5B0-CA42C634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E4340-A092-4326-8E00-8E9ABAA3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4FBB5-BD96-4C7F-8D24-ACEF0171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07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B1AB2A-1875-4F46-862B-A7D18B5D9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CEC3-6EA3-42AC-BD1B-33936179A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EE3911-AF01-433D-AF26-C3FFEF8E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5D8F8-6202-41D9-AE28-272B8396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43AD5E-18F6-483B-826D-9520D3AB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89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C7E0AC-3833-4B99-8F6F-6FC0045FD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05192-E493-40EE-9BA8-52E8029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DA3F7-E390-497B-88E7-592FAA351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78D47-9596-4F90-B3FC-FE47905CB26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56027-F11B-4B0C-98CD-B70DFB2A0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E992E-735A-4302-BD9E-4E892AEA9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BFED-0837-4741-95B0-262534AAA2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14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isualstudio.microsoft.com/k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73CBA-F931-41B1-BE2D-63B31DDE1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Masm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65F86F-8D0B-4D98-995B-1E2630F3D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정원희</a:t>
            </a:r>
          </a:p>
        </p:txBody>
      </p:sp>
    </p:spTree>
    <p:extLst>
      <p:ext uri="{BB962C8B-B14F-4D97-AF65-F5344CB8AC3E}">
        <p14:creationId xmlns:p14="http://schemas.microsoft.com/office/powerpoint/2010/main" val="325163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4CA02-4CB6-428A-8C00-F2C27DFF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MASM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FAE86-BDBC-4400-8F89-560B7406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MASM</a:t>
            </a:r>
            <a:r>
              <a:rPr lang="ko-KR" altLang="en-US" dirty="0"/>
              <a:t>(</a:t>
            </a:r>
            <a:r>
              <a:rPr lang="en-US" altLang="ko-KR" dirty="0"/>
              <a:t>Microsoft Macro Assembler</a:t>
            </a:r>
            <a:r>
              <a:rPr lang="ko-KR" altLang="en-US" dirty="0"/>
              <a:t>)은 마이크로소프트에서 만든 </a:t>
            </a:r>
            <a:r>
              <a:rPr lang="en-US" altLang="ko-KR" dirty="0"/>
              <a:t>x86/x64</a:t>
            </a:r>
            <a:r>
              <a:rPr lang="ko-KR" altLang="en-US" dirty="0"/>
              <a:t>용 어셈블리어 어셈블러입니다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사람이 작성한 어셈블리 코드</a:t>
            </a:r>
            <a:r>
              <a:rPr lang="en-US" altLang="ko-KR" dirty="0"/>
              <a:t>(.asm)</a:t>
            </a:r>
            <a:r>
              <a:rPr lang="ko-KR" altLang="en-US" dirty="0"/>
              <a:t>를 </a:t>
            </a:r>
            <a:r>
              <a:rPr lang="en-US" altLang="ko-KR" dirty="0"/>
              <a:t>CPU</a:t>
            </a:r>
            <a:r>
              <a:rPr lang="ko-KR" altLang="en-US" dirty="0"/>
              <a:t>가 실행할 수 있는 기계어로 변환해 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레지스터와 메모리를 직접 제어하는 </a:t>
            </a:r>
            <a:r>
              <a:rPr lang="en-US" altLang="ko-KR" dirty="0"/>
              <a:t>“</a:t>
            </a:r>
            <a:r>
              <a:rPr lang="ko-KR" altLang="en-US" dirty="0"/>
              <a:t>저수준 언어</a:t>
            </a:r>
            <a:r>
              <a:rPr lang="en-US" altLang="ko-KR" dirty="0"/>
              <a:t>”</a:t>
            </a:r>
            <a:r>
              <a:rPr lang="ko-KR" altLang="en-US" dirty="0"/>
              <a:t>로</a:t>
            </a:r>
            <a:r>
              <a:rPr lang="en-US" altLang="ko-KR" dirty="0"/>
              <a:t>, C</a:t>
            </a:r>
            <a:r>
              <a:rPr lang="ko-KR" altLang="en-US" dirty="0"/>
              <a:t>나 </a:t>
            </a:r>
            <a:r>
              <a:rPr lang="en-US" altLang="ko-KR" dirty="0"/>
              <a:t>Python</a:t>
            </a:r>
            <a:r>
              <a:rPr lang="ko-KR" altLang="en-US" dirty="0"/>
              <a:t> 같은 고급 언어가 감춰둔 동작을 그대로 드러냅니다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오늘은 </a:t>
            </a:r>
            <a:r>
              <a:rPr lang="en-US" altLang="ko-KR" dirty="0"/>
              <a:t>Visual Studio</a:t>
            </a:r>
            <a:r>
              <a:rPr lang="ko-KR" altLang="en-US" dirty="0"/>
              <a:t>에서 </a:t>
            </a:r>
            <a:r>
              <a:rPr lang="en-US" altLang="ko-KR" dirty="0"/>
              <a:t>MASM</a:t>
            </a:r>
            <a:r>
              <a:rPr lang="ko-KR" altLang="en-US" dirty="0"/>
              <a:t> 개발 환경을 직접 구축하고 간단한 덧셈 연산이 레지스터 안에서 처리되는 과정을 보여드립니다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35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4CA02-4CB6-428A-8C00-F2C27DFF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살펴볼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FAE86-BDBC-4400-8F89-560B7406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Visual Studio 설치</a:t>
            </a:r>
          </a:p>
          <a:p>
            <a:r>
              <a:rPr lang="ko-KR" altLang="en-US" dirty="0"/>
              <a:t>새 프로젝트 생성 및 환경 설정</a:t>
            </a:r>
          </a:p>
          <a:p>
            <a:r>
              <a:rPr lang="ko-KR" altLang="en-US" dirty="0"/>
              <a:t>MASM 빌드 환경 설정</a:t>
            </a:r>
          </a:p>
          <a:p>
            <a:r>
              <a:rPr lang="ko-KR" altLang="en-US" dirty="0"/>
              <a:t>소스 파일 작성 및 실행</a:t>
            </a:r>
          </a:p>
          <a:p>
            <a:r>
              <a:rPr lang="ko-KR" altLang="en-US" dirty="0"/>
              <a:t>(추가) 디버거로 레지스터 값 확인</a:t>
            </a:r>
          </a:p>
        </p:txBody>
      </p:sp>
    </p:spTree>
    <p:extLst>
      <p:ext uri="{BB962C8B-B14F-4D97-AF65-F5344CB8AC3E}">
        <p14:creationId xmlns:p14="http://schemas.microsoft.com/office/powerpoint/2010/main" val="315035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EE762-9402-43AE-8423-135FBBB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1. Visual Studio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F8D6D-D414-4E87-BB9A-84A02D6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0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89BED-2172-4705-97D2-EF453A5A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83837-2FBD-41A9-A3B4-370241A1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hlinkClick r:id="rId2"/>
            <a:extLst>
              <a:ext uri="{FF2B5EF4-FFF2-40B4-BE49-F238E27FC236}">
                <a16:creationId xmlns:a16="http://schemas.microsoft.com/office/drawing/2014/main" id="{959F971D-40E3-4BD1-A04C-CA3D53910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3" y="0"/>
            <a:ext cx="12167707" cy="629626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AB4F3ED-E455-4417-99A6-E184F62E2722}"/>
              </a:ext>
            </a:extLst>
          </p:cNvPr>
          <p:cNvSpPr/>
          <p:nvPr/>
        </p:nvSpPr>
        <p:spPr>
          <a:xfrm>
            <a:off x="1843088" y="3257550"/>
            <a:ext cx="814388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418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Visual Studio 설치 페이지 접속</a:t>
            </a:r>
          </a:p>
        </p:txBody>
      </p:sp>
    </p:spTree>
    <p:extLst>
      <p:ext uri="{BB962C8B-B14F-4D97-AF65-F5344CB8AC3E}">
        <p14:creationId xmlns:p14="http://schemas.microsoft.com/office/powerpoint/2010/main" val="3910112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F1C2F-D29A-42CB-A0D1-F9F5E281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ABAE24-8288-4A04-BD1C-586736786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D61BD3-FAE0-43E8-9BB8-17A0E8D9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8574"/>
            <a:ext cx="12155596" cy="6820852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421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C++ 데스크톱 개발 워크로드 선택</a:t>
            </a:r>
          </a:p>
        </p:txBody>
      </p:sp>
    </p:spTree>
    <p:extLst>
      <p:ext uri="{BB962C8B-B14F-4D97-AF65-F5344CB8AC3E}">
        <p14:creationId xmlns:p14="http://schemas.microsoft.com/office/powerpoint/2010/main" val="265248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3963E-EE2A-4122-B191-19B2E613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0666E2-44F8-4421-A150-B27213889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D1C89F-AE31-478C-AC46-13F4F907A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4284"/>
            <a:ext cx="12146070" cy="6849431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151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설치 완료</a:t>
            </a:r>
          </a:p>
        </p:txBody>
      </p:sp>
    </p:spTree>
    <p:extLst>
      <p:ext uri="{BB962C8B-B14F-4D97-AF65-F5344CB8AC3E}">
        <p14:creationId xmlns:p14="http://schemas.microsoft.com/office/powerpoint/2010/main" val="383544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EE762-9402-43AE-8423-135FBBB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2. 새 프로젝트 생성 및 환경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F8D6D-D414-4E87-BB9A-84A02D6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0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AD00B-467B-4F00-8815-0DDF3CFF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374B5-A995-48C5-9CB7-53855918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FD9B6C-2B70-41CE-84D9-09193299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28100"/>
            <a:ext cx="12155596" cy="6801799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49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첫 실행 환경 설정</a:t>
            </a:r>
          </a:p>
        </p:txBody>
      </p:sp>
    </p:spTree>
    <p:extLst>
      <p:ext uri="{BB962C8B-B14F-4D97-AF65-F5344CB8AC3E}">
        <p14:creationId xmlns:p14="http://schemas.microsoft.com/office/powerpoint/2010/main" val="263413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E518B-8183-412A-B94D-EE3FC605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7656BB-5836-48C4-9DF9-3C60CD8E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3E07E6-FD0B-4EFE-AF14-78DC53DF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31" y="233659"/>
            <a:ext cx="9786938" cy="625921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05DFAF7-4543-4818-9BD3-A1625D1611F8}"/>
              </a:ext>
            </a:extLst>
          </p:cNvPr>
          <p:cNvSpPr/>
          <p:nvPr/>
        </p:nvSpPr>
        <p:spPr>
          <a:xfrm>
            <a:off x="8715375" y="1128713"/>
            <a:ext cx="1985963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333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Visual Studio 시작 화면</a:t>
            </a:r>
          </a:p>
        </p:txBody>
      </p:sp>
    </p:spTree>
    <p:extLst>
      <p:ext uri="{BB962C8B-B14F-4D97-AF65-F5344CB8AC3E}">
        <p14:creationId xmlns:p14="http://schemas.microsoft.com/office/powerpoint/2010/main" val="130243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B48D8-3B13-41A4-95CF-77AECFEE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947278-4F45-48DD-8103-18DA3BD0F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C62BBC-612F-4284-BCE8-D384EE65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1" y="102434"/>
            <a:ext cx="10329863" cy="665313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FA42D7B-5D2F-48F2-A91D-B7C97640B152}"/>
              </a:ext>
            </a:extLst>
          </p:cNvPr>
          <p:cNvSpPr/>
          <p:nvPr/>
        </p:nvSpPr>
        <p:spPr>
          <a:xfrm>
            <a:off x="5314950" y="1443038"/>
            <a:ext cx="53721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B9F602-06AD-4B6F-BE1C-21F4A235D273}"/>
              </a:ext>
            </a:extLst>
          </p:cNvPr>
          <p:cNvSpPr/>
          <p:nvPr/>
        </p:nvSpPr>
        <p:spPr>
          <a:xfrm>
            <a:off x="9529763" y="6329363"/>
            <a:ext cx="1357312" cy="300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443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새 프로젝트 만들기 → 빈 프로젝트</a:t>
            </a:r>
          </a:p>
        </p:txBody>
      </p:sp>
    </p:spTree>
    <p:extLst>
      <p:ext uri="{BB962C8B-B14F-4D97-AF65-F5344CB8AC3E}">
        <p14:creationId xmlns:p14="http://schemas.microsoft.com/office/powerpoint/2010/main" val="1763555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9B415-5D18-43E1-A060-42BC487E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43FD9-1069-4381-BE73-46987A25C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21B8B0-EB6F-42BF-B66B-4A484EAC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755"/>
            <a:ext cx="9958388" cy="6380120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60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프로젝트 이름 설정</a:t>
            </a:r>
          </a:p>
        </p:txBody>
      </p:sp>
    </p:spTree>
    <p:extLst>
      <p:ext uri="{BB962C8B-B14F-4D97-AF65-F5344CB8AC3E}">
        <p14:creationId xmlns:p14="http://schemas.microsoft.com/office/powerpoint/2010/main" val="308113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EA8C7-0A9C-4815-9E50-8F238CA6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F6073-AE94-4669-A0DB-88387106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CFE4FA-A94C-4A2F-8225-012BB2D1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" y="215839"/>
            <a:ext cx="11972925" cy="6426322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60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프로젝트 생성 완료</a:t>
            </a:r>
          </a:p>
        </p:txBody>
      </p:sp>
    </p:spTree>
    <p:extLst>
      <p:ext uri="{BB962C8B-B14F-4D97-AF65-F5344CB8AC3E}">
        <p14:creationId xmlns:p14="http://schemas.microsoft.com/office/powerpoint/2010/main" val="2571717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EE762-9402-43AE-8423-135FBBB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3. MASM 빌드 환경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F8D6D-D414-4E87-BB9A-84A02D6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0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594D5-0353-4DC5-98D8-F1E3A6442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A2CD8-64C9-4331-BF81-6927F3148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2D6890-212A-473B-9E81-223FF347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875"/>
            <a:ext cx="12192000" cy="6528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C76085C-DD62-4D72-8A08-F7F1296434AB}"/>
              </a:ext>
            </a:extLst>
          </p:cNvPr>
          <p:cNvSpPr/>
          <p:nvPr/>
        </p:nvSpPr>
        <p:spPr>
          <a:xfrm>
            <a:off x="10058400" y="3543300"/>
            <a:ext cx="2133600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6CFC5-98A9-4700-8DF4-511422A14D37}"/>
              </a:ext>
            </a:extLst>
          </p:cNvPr>
          <p:cNvSpPr txBox="1"/>
          <p:nvPr/>
        </p:nvSpPr>
        <p:spPr>
          <a:xfrm>
            <a:off x="9001125" y="1457325"/>
            <a:ext cx="94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ighlight>
                  <a:srgbClr val="FFFF00"/>
                </a:highlight>
              </a:rPr>
              <a:t>우클릭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358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우클릭 → 사용자 지정 빌드</a:t>
            </a:r>
          </a:p>
        </p:txBody>
      </p:sp>
    </p:spTree>
    <p:extLst>
      <p:ext uri="{BB962C8B-B14F-4D97-AF65-F5344CB8AC3E}">
        <p14:creationId xmlns:p14="http://schemas.microsoft.com/office/powerpoint/2010/main" val="285313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57546-1A3D-4D30-8D61-AF5615B6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B7E6B-8E1E-4198-A582-5782ABEC0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C8ABEB-95E9-4BDB-BEF4-2A558BE00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16"/>
            <a:ext cx="12192000" cy="6562968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369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빌드 커스터마이징 목록 확인</a:t>
            </a:r>
          </a:p>
        </p:txBody>
      </p:sp>
    </p:spTree>
    <p:extLst>
      <p:ext uri="{BB962C8B-B14F-4D97-AF65-F5344CB8AC3E}">
        <p14:creationId xmlns:p14="http://schemas.microsoft.com/office/powerpoint/2010/main" val="1739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775EA-52CC-449B-9A60-516439F1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8FB94-2DE7-4E64-877F-C4B2DFB1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7A3B0A-81E3-4CCE-BB11-A24338254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76"/>
            <a:ext cx="12192000" cy="6524848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77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masm 체크 → 활성화</a:t>
            </a:r>
          </a:p>
        </p:txBody>
      </p:sp>
    </p:spTree>
    <p:extLst>
      <p:ext uri="{BB962C8B-B14F-4D97-AF65-F5344CB8AC3E}">
        <p14:creationId xmlns:p14="http://schemas.microsoft.com/office/powerpoint/2010/main" val="456791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8393E-E76E-4175-A894-32103708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E2543-4CB1-4249-9AD3-5F877CD65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C501FF-50A7-442A-BE0A-5748D19F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39"/>
            <a:ext cx="12192000" cy="6569322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99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플랫폼을 x86으로 변경</a:t>
            </a:r>
          </a:p>
        </p:txBody>
      </p:sp>
    </p:spTree>
    <p:extLst>
      <p:ext uri="{BB962C8B-B14F-4D97-AF65-F5344CB8AC3E}">
        <p14:creationId xmlns:p14="http://schemas.microsoft.com/office/powerpoint/2010/main" val="1351727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56031-83A7-4B04-B6BB-E3E646F5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C344F4-6E84-49E6-93B9-8F1C0A80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C8AA2C-AF1D-4234-BFDD-C76B9651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96"/>
            <a:ext cx="12192000" cy="6534607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88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x86 플랫폼 적용 완료</a:t>
            </a:r>
          </a:p>
        </p:txBody>
      </p:sp>
    </p:spTree>
    <p:extLst>
      <p:ext uri="{BB962C8B-B14F-4D97-AF65-F5344CB8AC3E}">
        <p14:creationId xmlns:p14="http://schemas.microsoft.com/office/powerpoint/2010/main" val="3633017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EE762-9402-43AE-8423-135FBBB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4. 소스 파일 작성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F8D6D-D414-4E87-BB9A-84A02D6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07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05317-FFD5-41C9-9331-C1D10452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2A002-AB50-4B2B-A33B-90C9406AA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7C4BEC-7055-40C8-AD49-729B1DCB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1" y="270228"/>
            <a:ext cx="11801475" cy="631754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AA59C34-BE13-4AEA-8DE5-79EC497948F2}"/>
              </a:ext>
            </a:extLst>
          </p:cNvPr>
          <p:cNvSpPr/>
          <p:nvPr/>
        </p:nvSpPr>
        <p:spPr>
          <a:xfrm>
            <a:off x="9601199" y="2114549"/>
            <a:ext cx="2395537" cy="1000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0F395-AE2F-4B58-8D5F-7F8BC80F1D93}"/>
              </a:ext>
            </a:extLst>
          </p:cNvPr>
          <p:cNvSpPr txBox="1"/>
          <p:nvPr/>
        </p:nvSpPr>
        <p:spPr>
          <a:xfrm>
            <a:off x="8686799" y="202989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highlight>
                  <a:srgbClr val="FFFF00"/>
                </a:highlight>
              </a:rPr>
              <a:t>우클릭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334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소스 파일 우클릭 → 추가</a:t>
            </a:r>
          </a:p>
        </p:txBody>
      </p:sp>
    </p:spTree>
    <p:extLst>
      <p:ext uri="{BB962C8B-B14F-4D97-AF65-F5344CB8AC3E}">
        <p14:creationId xmlns:p14="http://schemas.microsoft.com/office/powerpoint/2010/main" val="177905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76C5D-A53D-469C-BA14-F5A10BFF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317E9-1E7F-4AA7-B6E0-5B3C3652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CB9AD2-1E80-49CD-AE20-831E871DF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025"/>
            <a:ext cx="12192000" cy="6471949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25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추가 → 새 항목</a:t>
            </a:r>
          </a:p>
        </p:txBody>
      </p:sp>
    </p:spTree>
    <p:extLst>
      <p:ext uri="{BB962C8B-B14F-4D97-AF65-F5344CB8AC3E}">
        <p14:creationId xmlns:p14="http://schemas.microsoft.com/office/powerpoint/2010/main" val="3144089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4E637-DA93-4CB8-9217-4E152F65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B43A3-2FC1-4401-9111-2A545F0BC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113BF0-7AA9-4491-894A-24B87B04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684"/>
            <a:ext cx="12192000" cy="6414631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49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새 항목 추가 메뉴</a:t>
            </a:r>
          </a:p>
        </p:txBody>
      </p:sp>
    </p:spTree>
    <p:extLst>
      <p:ext uri="{BB962C8B-B14F-4D97-AF65-F5344CB8AC3E}">
        <p14:creationId xmlns:p14="http://schemas.microsoft.com/office/powerpoint/2010/main" val="4063592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C228B-A302-4869-9F57-175C0C0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A32FB0-5B98-44B6-90A8-19A49F88E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AE1960-71D1-48C1-AD9A-068D86B1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952"/>
            <a:ext cx="12192000" cy="6526096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36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파일 이름 입력창</a:t>
            </a:r>
          </a:p>
        </p:txBody>
      </p:sp>
    </p:spTree>
    <p:extLst>
      <p:ext uri="{BB962C8B-B14F-4D97-AF65-F5344CB8AC3E}">
        <p14:creationId xmlns:p14="http://schemas.microsoft.com/office/powerpoint/2010/main" val="1452259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60F7C-6266-477A-BF8A-4F44ECE0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14AAC3-E32F-4D33-83B9-AA4BFA9D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8AACA1-E976-4A0C-81EB-22A16CFA4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975"/>
            <a:ext cx="12192000" cy="6538049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55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main.asm으로 저장</a:t>
            </a:r>
          </a:p>
        </p:txBody>
      </p:sp>
    </p:spTree>
    <p:extLst>
      <p:ext uri="{BB962C8B-B14F-4D97-AF65-F5344CB8AC3E}">
        <p14:creationId xmlns:p14="http://schemas.microsoft.com/office/powerpoint/2010/main" val="1009243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DF8FD-92BF-4904-92A3-B59E8D43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24F2B-7857-42AF-8FF2-4EEC01074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FE2AAC-708B-47A8-836E-66793AF58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259"/>
            <a:ext cx="12192000" cy="6519482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68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생성된 빈 main.asm</a:t>
            </a:r>
          </a:p>
        </p:txBody>
      </p:sp>
    </p:spTree>
    <p:extLst>
      <p:ext uri="{BB962C8B-B14F-4D97-AF65-F5344CB8AC3E}">
        <p14:creationId xmlns:p14="http://schemas.microsoft.com/office/powerpoint/2010/main" val="3293595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FD92F-37E9-4AC5-9DAC-BCD64EAD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23F8A-CC3D-4CCC-9B35-2A5D1761A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24C024-DC06-40B2-A19F-B75414613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48"/>
            <a:ext cx="12192000" cy="6569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1AE147-3357-474A-A84E-33B1DD3EA8ED}"/>
              </a:ext>
            </a:extLst>
          </p:cNvPr>
          <p:cNvSpPr txBox="1"/>
          <p:nvPr/>
        </p:nvSpPr>
        <p:spPr>
          <a:xfrm>
            <a:off x="10082212" y="5700713"/>
            <a:ext cx="1585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Ctrl + F5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292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코드 작성 후 Ctrl+F5</a:t>
            </a:r>
          </a:p>
        </p:txBody>
      </p:sp>
    </p:spTree>
    <p:extLst>
      <p:ext uri="{BB962C8B-B14F-4D97-AF65-F5344CB8AC3E}">
        <p14:creationId xmlns:p14="http://schemas.microsoft.com/office/powerpoint/2010/main" val="4011029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EE762-9402-43AE-8423-135FBBB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</a:t>
            </a:r>
            <a:r>
              <a:rPr lang="en-US" altLang="ko-KR" dirty="0"/>
              <a:t>) </a:t>
            </a:r>
            <a:r>
              <a:rPr lang="ko-KR" altLang="en-US" dirty="0"/>
              <a:t>디버깅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F8D6D-D414-4E87-BB9A-84A02D6D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07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B2542-3336-4CBF-97DC-F41D539C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20D993-1FD8-4FD6-8A97-F72F0A82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4AF1BD-7F5C-4A6A-963D-1E57FB6A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105"/>
            <a:ext cx="12192000" cy="65237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453C9F-84D5-473C-BB1F-AA3486071F73}"/>
              </a:ext>
            </a:extLst>
          </p:cNvPr>
          <p:cNvSpPr txBox="1"/>
          <p:nvPr/>
        </p:nvSpPr>
        <p:spPr>
          <a:xfrm>
            <a:off x="257175" y="4171950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클릭을 해서 빨간색으로 변경</a:t>
            </a: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310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줄 번호 클릭 → 중단점</a:t>
            </a:r>
          </a:p>
        </p:txBody>
      </p:sp>
    </p:spTree>
    <p:extLst>
      <p:ext uri="{BB962C8B-B14F-4D97-AF65-F5344CB8AC3E}">
        <p14:creationId xmlns:p14="http://schemas.microsoft.com/office/powerpoint/2010/main" val="1496131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43AC3-922D-46CD-8FA2-7036CF59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C69D97-3C65-4213-ADF4-DBB7303FD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FD1421-8E64-4567-A1F7-9DD9D0E7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35"/>
            <a:ext cx="12192000" cy="6544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619F17-D5A0-4E98-8B7A-42C95B747FC6}"/>
              </a:ext>
            </a:extLst>
          </p:cNvPr>
          <p:cNvSpPr txBox="1"/>
          <p:nvPr/>
        </p:nvSpPr>
        <p:spPr>
          <a:xfrm>
            <a:off x="5886450" y="4300538"/>
            <a:ext cx="2157413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이 상태에서 </a:t>
            </a:r>
            <a:r>
              <a:rPr lang="en-US" altLang="ko-KR" dirty="0">
                <a:highlight>
                  <a:srgbClr val="FFFF00"/>
                </a:highlight>
              </a:rPr>
              <a:t>f5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286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F5로 중단점까지 실행</a:t>
            </a:r>
          </a:p>
        </p:txBody>
      </p:sp>
    </p:spTree>
    <p:extLst>
      <p:ext uri="{BB962C8B-B14F-4D97-AF65-F5344CB8AC3E}">
        <p14:creationId xmlns:p14="http://schemas.microsoft.com/office/powerpoint/2010/main" val="768385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E70E5-5778-4118-8C0A-C302D4E5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84B1ED-8677-44C9-86DE-DB4170D4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C520EB-CA22-4893-B751-28AA1504C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01"/>
            <a:ext cx="12192000" cy="6521798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84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중단점에서 실행 정지</a:t>
            </a:r>
          </a:p>
        </p:txBody>
      </p:sp>
    </p:spTree>
    <p:extLst>
      <p:ext uri="{BB962C8B-B14F-4D97-AF65-F5344CB8AC3E}">
        <p14:creationId xmlns:p14="http://schemas.microsoft.com/office/powerpoint/2010/main" val="84442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D525E-04FA-4FE1-9ADB-3BCB25336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A18C86-A48A-4777-88C3-F77201921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ABA1E7-BDD1-492B-83DF-313E42C14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300"/>
            <a:ext cx="12192000" cy="652939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C3884A9-DA59-456C-A880-6D4145E18DEF}"/>
              </a:ext>
            </a:extLst>
          </p:cNvPr>
          <p:cNvSpPr/>
          <p:nvPr/>
        </p:nvSpPr>
        <p:spPr>
          <a:xfrm>
            <a:off x="2686050" y="164300"/>
            <a:ext cx="442913" cy="200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C610D5-1A52-4116-AED3-6EC425FD85E4}"/>
              </a:ext>
            </a:extLst>
          </p:cNvPr>
          <p:cNvSpPr/>
          <p:nvPr/>
        </p:nvSpPr>
        <p:spPr>
          <a:xfrm>
            <a:off x="2686050" y="365125"/>
            <a:ext cx="2014538" cy="134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C6F20E-5AF0-4D2E-BB57-E716D02287C5}"/>
              </a:ext>
            </a:extLst>
          </p:cNvPr>
          <p:cNvSpPr/>
          <p:nvPr/>
        </p:nvSpPr>
        <p:spPr>
          <a:xfrm>
            <a:off x="4829175" y="3843338"/>
            <a:ext cx="1771650" cy="157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334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디버그 → 창 → 레지스터</a:t>
            </a:r>
          </a:p>
        </p:txBody>
      </p:sp>
    </p:spTree>
    <p:extLst>
      <p:ext uri="{BB962C8B-B14F-4D97-AF65-F5344CB8AC3E}">
        <p14:creationId xmlns:p14="http://schemas.microsoft.com/office/powerpoint/2010/main" val="2059037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0FB9E-3429-48FB-B403-94CFA846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2E67C-2040-4E3F-A977-04F70A8AD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E277D5-3955-4F8A-A560-C77C3D2B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410"/>
            <a:ext cx="12192000" cy="6545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9C913-A96D-448C-8E91-38EA8F843F0D}"/>
              </a:ext>
            </a:extLst>
          </p:cNvPr>
          <p:cNvSpPr txBox="1"/>
          <p:nvPr/>
        </p:nvSpPr>
        <p:spPr>
          <a:xfrm>
            <a:off x="7458075" y="2986088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F10</a:t>
            </a:r>
            <a:r>
              <a:rPr lang="ko-KR" altLang="en-US" dirty="0">
                <a:highlight>
                  <a:srgbClr val="FFFF00"/>
                </a:highlight>
              </a:rPr>
              <a:t>을 입력</a:t>
            </a:r>
          </a:p>
        </p:txBody>
      </p:sp>
      <p:sp>
        <p:nvSpPr>
          <p:cNvPr id="99" name="Caption Badge"/>
          <p:cNvSpPr/>
          <p:nvPr/>
        </p:nvSpPr>
        <p:spPr>
          <a:xfrm>
            <a:off x="160000" y="160000"/>
            <a:ext cx="288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레지스터 확인 → F10</a:t>
            </a:r>
          </a:p>
        </p:txBody>
      </p:sp>
    </p:spTree>
    <p:extLst>
      <p:ext uri="{BB962C8B-B14F-4D97-AF65-F5344CB8AC3E}">
        <p14:creationId xmlns:p14="http://schemas.microsoft.com/office/powerpoint/2010/main" val="176563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EB56B-A2D1-40A9-8374-CF29C536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D37FEE-0105-46A0-AD69-785DC8E99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668687-B1B2-44F2-93D2-1013F0F8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83"/>
            <a:ext cx="12192000" cy="6540834"/>
          </a:xfrm>
          <a:prstGeom prst="rect">
            <a:avLst/>
          </a:prstGeom>
        </p:spPr>
      </p:pic>
      <p:sp>
        <p:nvSpPr>
          <p:cNvPr id="99" name="Caption Badge"/>
          <p:cNvSpPr/>
          <p:nvPr/>
        </p:nvSpPr>
        <p:spPr>
          <a:xfrm>
            <a:off x="160000" y="160000"/>
            <a:ext cx="2920000" cy="440000"/>
          </a:xfrm>
          <a:prstGeom prst="roundRect">
            <a:avLst>
              <a:gd name="adj" fmla="val 10000"/>
            </a:avLst>
          </a:prstGeom>
          <a:solidFill>
            <a:srgbClr val="1A1A1A">
              <a:alpha val="80000"/>
            </a:srgbClr>
          </a:solidFill>
          <a:ln>
            <a:noFill/>
          </a:ln>
        </p:spPr>
        <p:txBody>
          <a:bodyPr wrap="none" lIns="82296" tIns="36576" rIns="82296" bIns="36576" anchor="ctr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</a:rPr>
              <a:t>F10 실행 → EAX 변화</a:t>
            </a:r>
          </a:p>
        </p:txBody>
      </p:sp>
    </p:spTree>
    <p:extLst>
      <p:ext uri="{BB962C8B-B14F-4D97-AF65-F5344CB8AC3E}">
        <p14:creationId xmlns:p14="http://schemas.microsoft.com/office/powerpoint/2010/main" val="1398606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4CA02-4CB6-428A-8C00-F2C27DFF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마무리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FAE86-BDBC-4400-8F89-560B7406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Visual Studio</a:t>
            </a:r>
            <a:r>
              <a:rPr lang="ko-KR" altLang="en-US" dirty="0"/>
              <a:t>에서 </a:t>
            </a:r>
            <a:r>
              <a:rPr lang="en-US" altLang="ko-KR" dirty="0"/>
              <a:t>MASM </a:t>
            </a:r>
            <a:r>
              <a:rPr lang="ko-KR" altLang="en-US" dirty="0"/>
              <a:t>빌드 환경을 구축하고 코드 </a:t>
            </a:r>
            <a:r>
              <a:rPr lang="en-US" altLang="ko-KR" dirty="0"/>
              <a:t>0(</a:t>
            </a:r>
            <a:r>
              <a:rPr lang="ko-KR" altLang="en-US" dirty="0"/>
              <a:t>정상 종료</a:t>
            </a:r>
            <a:r>
              <a:rPr lang="en-US" altLang="ko-KR" dirty="0"/>
              <a:t>)</a:t>
            </a:r>
            <a:r>
              <a:rPr lang="ko-KR" altLang="en-US" dirty="0"/>
              <a:t>으로 실행되는 것을 확인했습니다</a:t>
            </a:r>
            <a:r>
              <a:rPr lang="en-US" altLang="ko-KR" dirty="0"/>
              <a:t>. </a:t>
            </a:r>
            <a:r>
              <a:rPr lang="ko-KR" altLang="en-US" dirty="0"/>
              <a:t>어셈블리어의 핵심인 데이터 흐름을 </a:t>
            </a:r>
            <a:r>
              <a:rPr lang="ko-KR" altLang="en-US" dirty="0" err="1"/>
              <a:t>보여드리기</a:t>
            </a:r>
            <a:r>
              <a:rPr lang="ko-KR" altLang="en-US" dirty="0"/>
              <a:t> 위해 </a:t>
            </a:r>
            <a:r>
              <a:rPr lang="ko-KR" altLang="en-US" dirty="0" err="1"/>
              <a:t>디버거를</a:t>
            </a:r>
            <a:r>
              <a:rPr lang="ko-KR" altLang="en-US" dirty="0"/>
              <a:t> 실행했습니다</a:t>
            </a:r>
            <a:r>
              <a:rPr lang="en-US" altLang="ko-KR" dirty="0"/>
              <a:t>. </a:t>
            </a:r>
            <a:r>
              <a:rPr lang="ko-KR" altLang="en-US" dirty="0"/>
              <a:t>보시는 것처럼 </a:t>
            </a:r>
            <a:r>
              <a:rPr lang="en-US" altLang="ko-KR" dirty="0"/>
              <a:t>F10</a:t>
            </a:r>
            <a:r>
              <a:rPr lang="ko-KR" altLang="en-US" dirty="0"/>
              <a:t>을 누를 때마다 메모리에 있던 변수 값들이 </a:t>
            </a:r>
            <a:r>
              <a:rPr lang="en-US" altLang="ko-KR" dirty="0"/>
              <a:t>EAX </a:t>
            </a:r>
            <a:r>
              <a:rPr lang="ko-KR" altLang="en-US" dirty="0"/>
              <a:t>레지스터로 이동하고</a:t>
            </a:r>
            <a:r>
              <a:rPr lang="en-US" altLang="ko-KR" dirty="0"/>
              <a:t>, </a:t>
            </a:r>
            <a:r>
              <a:rPr lang="ko-KR" altLang="en-US" dirty="0"/>
              <a:t>연산 결과에 따라 </a:t>
            </a:r>
            <a:r>
              <a:rPr lang="en-US" altLang="ko-KR" dirty="0"/>
              <a:t>00000014(20)</a:t>
            </a:r>
            <a:r>
              <a:rPr lang="ko-KR" altLang="en-US" dirty="0"/>
              <a:t>에서 </a:t>
            </a:r>
            <a:r>
              <a:rPr lang="en-US" altLang="ko-KR" dirty="0"/>
              <a:t>00000032(50)</a:t>
            </a:r>
            <a:r>
              <a:rPr lang="ko-KR" altLang="en-US" dirty="0"/>
              <a:t>로 실시간으로 변하는 것을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35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322</Words>
  <Application>Microsoft Office PowerPoint</Application>
  <PresentationFormat>와이드스크린</PresentationFormat>
  <Paragraphs>52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맑은 고딕</vt:lpstr>
      <vt:lpstr>Arial</vt:lpstr>
      <vt:lpstr>Office 테마</vt:lpstr>
      <vt:lpstr>Masm</vt:lpstr>
      <vt:lpstr>MASM이란?</vt:lpstr>
      <vt:lpstr>오늘 살펴볼 순서</vt:lpstr>
      <vt:lpstr>1. Visual Studio 설치</vt:lpstr>
      <vt:lpstr>PowerPoint 프레젠테이션</vt:lpstr>
      <vt:lpstr>PowerPoint 프레젠테이션</vt:lpstr>
      <vt:lpstr>PowerPoint 프레젠테이션</vt:lpstr>
      <vt:lpstr>2. 새 프로젝트 생성 및 환경 설정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MASM 빌드 환경 설정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소스 파일 작성 및 실행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추가) 디버깅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마무리 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Masm</dc:title>
  <dc:creator>user</dc:creator>
  <cp:lastModifiedBy>user</cp:lastModifiedBy>
  <cp:revision>11</cp:revision>
  <dcterms:created xsi:type="dcterms:W3CDTF">2026-09-10T02:15:56Z</dcterms:created>
  <dcterms:modified xsi:type="dcterms:W3CDTF">2026-09-16T23:47:45Z</dcterms:modified>
</cp:coreProperties>
</file>